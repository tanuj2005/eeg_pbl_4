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2" r:id="rId8"/>
    <p:sldId id="261" r:id="rId9"/>
    <p:sldId id="267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10965678" TargetMode="External"/><Relationship Id="rId2" Type="http://schemas.openxmlformats.org/officeDocument/2006/relationships/hyperlink" Target="https://pmc.ncbi.nlm.nih.gov/articles/PMC11294218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nhum.2024.1464431" TargetMode="External"/><Relationship Id="rId2" Type="http://schemas.openxmlformats.org/officeDocument/2006/relationships/hyperlink" Target="https://www.sciencedirect.com/science/article/abs/pii/S095741742500970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oogle.com/spreadsheets/d/1TLd-09O4u75podL9HKFKCfMN2YqYorUvVDKkZeBSpw8/edit?usp=sharing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cs.qmul.ac.uk/mmv/datasets/deap/" TargetMode="External"/><Relationship Id="rId2" Type="http://schemas.openxmlformats.org/officeDocument/2006/relationships/hyperlink" Target="https://bcmi.sjtu.edu.cn/home/seed/seed-iv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IN" dirty="0"/>
              <a:t> Emotion Recognition using EEG Signals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Tanuj Tyagi</a:t>
            </a:r>
          </a:p>
          <a:p>
            <a:r>
              <a:rPr lang="en-IN" dirty="0"/>
              <a:t>23FE10CSE00715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Ashish Sharma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EEG Emotion Recognition</a:t>
            </a:r>
            <a:r>
              <a:rPr lang="en-US" dirty="0"/>
              <a:t> is the process of identifying human emotions using brainwave signals recorded through electroencephalography. By applying machine learning and deep learning techniques to EEG data, this project aims to build a novel approach for emotion classification, with applications in healthcare, human–computer interaction, and affective computing.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6F5C47-3786-80C0-BB4E-8B1C97DD3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5846589"/>
              </p:ext>
            </p:extLst>
          </p:nvPr>
        </p:nvGraphicFramePr>
        <p:xfrm>
          <a:off x="838200" y="1272096"/>
          <a:ext cx="10232136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5079">
                  <a:extLst>
                    <a:ext uri="{9D8B030D-6E8A-4147-A177-3AD203B41FA5}">
                      <a16:colId xmlns:a16="http://schemas.microsoft.com/office/drawing/2014/main" val="393753669"/>
                    </a:ext>
                  </a:extLst>
                </a:gridCol>
                <a:gridCol w="2060095">
                  <a:extLst>
                    <a:ext uri="{9D8B030D-6E8A-4147-A177-3AD203B41FA5}">
                      <a16:colId xmlns:a16="http://schemas.microsoft.com/office/drawing/2014/main" val="1323125820"/>
                    </a:ext>
                  </a:extLst>
                </a:gridCol>
                <a:gridCol w="5096962">
                  <a:extLst>
                    <a:ext uri="{9D8B030D-6E8A-4147-A177-3AD203B41FA5}">
                      <a16:colId xmlns:a16="http://schemas.microsoft.com/office/drawing/2014/main" val="2267831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594865"/>
                  </a:ext>
                </a:extLst>
              </a:tr>
              <a:tr h="957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EEG-Based Emotion Recognition Using Graph Convolutional Neural Network With Dual 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Proposes DAMGCN, a GCN-based model with a dual attention 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2"/>
                        </a:rPr>
                        <a:t>https://pmc.ncbi.nlm.nih.gov/articles/PMC11294218/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093857"/>
                  </a:ext>
                </a:extLst>
              </a:tr>
              <a:tr h="957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Attention-Driven Emotion Recognition in EEG:A Transformer-Based Approach </a:t>
                      </a:r>
                      <a:r>
                        <a:rPr lang="en-US" dirty="0" err="1"/>
                        <a:t>WithCross</a:t>
                      </a:r>
                      <a:r>
                        <a:rPr lang="en-US" dirty="0"/>
                        <a:t>-Dataset Fine-Tuning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2-phase EEG emotion recognition pipeline: AE-BMD trains a transformer encoder with spectral + temporal attention on SEED-IV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3"/>
                        </a:rPr>
                        <a:t>https://ieeexplore.ieee.org/stamp/stamp.jsp?tp=&amp;arnumber=10965678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572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FD0CC-C37D-38FD-3EBC-E37F1285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B2D6-6D2B-F462-9FB1-8B060522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092CCF7-19E5-6F24-BE95-33B9BC6A39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2150779"/>
              </p:ext>
            </p:extLst>
          </p:nvPr>
        </p:nvGraphicFramePr>
        <p:xfrm>
          <a:off x="838200" y="1258466"/>
          <a:ext cx="10232136" cy="4706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5079">
                  <a:extLst>
                    <a:ext uri="{9D8B030D-6E8A-4147-A177-3AD203B41FA5}">
                      <a16:colId xmlns:a16="http://schemas.microsoft.com/office/drawing/2014/main" val="1711143411"/>
                    </a:ext>
                  </a:extLst>
                </a:gridCol>
                <a:gridCol w="2962083">
                  <a:extLst>
                    <a:ext uri="{9D8B030D-6E8A-4147-A177-3AD203B41FA5}">
                      <a16:colId xmlns:a16="http://schemas.microsoft.com/office/drawing/2014/main" val="2761685889"/>
                    </a:ext>
                  </a:extLst>
                </a:gridCol>
                <a:gridCol w="4194974">
                  <a:extLst>
                    <a:ext uri="{9D8B030D-6E8A-4147-A177-3AD203B41FA5}">
                      <a16:colId xmlns:a16="http://schemas.microsoft.com/office/drawing/2014/main" val="3416147039"/>
                    </a:ext>
                  </a:extLst>
                </a:gridCol>
              </a:tblGrid>
              <a:tr h="95786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621245"/>
                  </a:ext>
                </a:extLst>
              </a:tr>
              <a:tr h="957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Cross-dataset EEG emotion recognition based on pre-trained Vision Transformer considering emotional sensitivity diversity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Pre-trained model with Emotional Sensitivity Diversity (PESD) framework combining domain adaptation, domain adversary, and contrastive loss for cross-dataset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2"/>
                        </a:rPr>
                        <a:t>https://www.sciencedirect.com/science/article/abs/pii/S0957417425009704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858860"/>
                  </a:ext>
                </a:extLst>
              </a:tr>
              <a:tr h="684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Multi-source domain adaptation for EEG emotion recognition based on inter-domain sample hybridization (SH-MDA)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Introduces SH‑MDA, a multi‑source domain adaptation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linkClick r:id="rId3"/>
                        </a:rPr>
                        <a:t>https://doi.org/10.3389/fnhum.2024.1464431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5466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B3522C-1C57-6CF6-877B-7CDFEAC5886C}"/>
              </a:ext>
            </a:extLst>
          </p:cNvPr>
          <p:cNvSpPr txBox="1"/>
          <p:nvPr/>
        </p:nvSpPr>
        <p:spPr>
          <a:xfrm>
            <a:off x="838200" y="6031210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 Literature Review Link: </a:t>
            </a:r>
            <a:r>
              <a:rPr lang="en-IN" dirty="0">
                <a:hlinkClick r:id="rId4"/>
              </a:rPr>
              <a:t>https://docs.google.com/spreadsheets/d/1TLd-09O4u75podL9HKFKCfMN2YqYorUvVDKkZeBSpw8/edit?usp=sharing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15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Accurately recognizing human emotions from EEG signals is challenging due to noise, inter-subject variability, and complex temporal–spatial brain patterns. This project aims to develop a robust machine/deep learning model that can reliably classify emotional states from EEG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E3DB3DC-6D92-4054-83D5-6CD5FB09CB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3929"/>
            <a:ext cx="10515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preprocess and extract meaningful features from raw EEG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train a novel machine/deep learning </a:t>
            </a:r>
            <a:r>
              <a:rPr lang="en-US" altLang="en-US" sz="2400" dirty="0">
                <a:latin typeface="Arial" panose="020B0604020202020204" pitchFamily="34" charset="0"/>
              </a:rPr>
              <a:t>architecture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emotion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accuracy and generalization across different subjects/sessions.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model performance using standard metrics such as accuracy, precision, and F1-score.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1620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Encode hemispheric asymmetry explicitly and replace heavy deep learning with neuro-informed lightweight structures for edge-ready EEG emotion recognition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9D4DE-96B5-AC8E-7ED8-2D08BA6DB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717" y="92596"/>
            <a:ext cx="2150076" cy="676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Experimentation Completed</a:t>
            </a:r>
          </a:p>
          <a:p>
            <a:r>
              <a:rPr lang="en-US" dirty="0"/>
              <a:t>Paper Drafted</a:t>
            </a:r>
          </a:p>
          <a:p>
            <a:r>
              <a:rPr lang="en-US" dirty="0"/>
              <a:t>Paper Submitted for publishing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Datasets:</a:t>
            </a:r>
          </a:p>
          <a:p>
            <a:r>
              <a:rPr lang="en-IN" dirty="0"/>
              <a:t>SEED-IV : </a:t>
            </a:r>
            <a:r>
              <a:rPr lang="en-IN" dirty="0">
                <a:hlinkClick r:id="rId2"/>
              </a:rPr>
              <a:t>https://bcmi.sjtu.edu.cn/home/seed/seed-iv.html</a:t>
            </a:r>
            <a:endParaRPr lang="en-IN" dirty="0"/>
          </a:p>
          <a:p>
            <a:r>
              <a:rPr lang="en-IN" dirty="0"/>
              <a:t>DEAP : </a:t>
            </a:r>
            <a:r>
              <a:rPr lang="en-IN" dirty="0">
                <a:hlinkClick r:id="rId3"/>
              </a:rPr>
              <a:t>https://www.eecs.qmul.ac.uk/mmv/datasets/deap/</a:t>
            </a:r>
            <a:endParaRPr lang="en-IN" dirty="0"/>
          </a:p>
          <a:p>
            <a:r>
              <a:rPr lang="en-IN" dirty="0"/>
              <a:t>Reviewed Papers: </a:t>
            </a:r>
          </a:p>
          <a:p>
            <a:r>
              <a:rPr lang="en-IN" sz="1200" dirty="0"/>
              <a:t>G. Ghous et al., "Attention-Driven Emotion Recognition in EEG: A Transformer-Based Approach With Cross-Dataset Fine-Tuning," </a:t>
            </a:r>
            <a:r>
              <a:rPr lang="en-IN" sz="1200" i="1" dirty="0"/>
              <a:t>IEEE Access</a:t>
            </a:r>
            <a:r>
              <a:rPr lang="en-IN" sz="1200" dirty="0"/>
              <a:t>, vol. 13, pp. 69373-69393, 2025, </a:t>
            </a:r>
            <a:r>
              <a:rPr lang="en-IN" sz="1200" dirty="0" err="1"/>
              <a:t>doi</a:t>
            </a:r>
            <a:r>
              <a:rPr lang="en-IN" sz="1200" dirty="0"/>
              <a:t>: 10.1109/ACCESS.2025.10965678</a:t>
            </a:r>
          </a:p>
          <a:p>
            <a:r>
              <a:rPr lang="en-IN" sz="1200" dirty="0"/>
              <a:t>W. Chen et al., "EEG-Based Emotion Recognition Using Graph Convolutional Neural Network With Dual Attention Mechanism," </a:t>
            </a:r>
            <a:r>
              <a:rPr lang="en-IN" sz="1200" i="1" dirty="0"/>
              <a:t>Front. </a:t>
            </a:r>
            <a:r>
              <a:rPr lang="en-IN" sz="1200" i="1" dirty="0" err="1"/>
              <a:t>Comput</a:t>
            </a:r>
            <a:r>
              <a:rPr lang="en-IN" sz="1200" i="1" dirty="0"/>
              <a:t>. </a:t>
            </a:r>
            <a:r>
              <a:rPr lang="en-IN" sz="1200" i="1" dirty="0" err="1"/>
              <a:t>Neurosci</a:t>
            </a:r>
            <a:r>
              <a:rPr lang="en-IN" sz="1200" i="1" dirty="0"/>
              <a:t>.</a:t>
            </a:r>
            <a:r>
              <a:rPr lang="en-IN" sz="1200" dirty="0"/>
              <a:t>, vol. 18, p. 1416494, Jul. 2024, </a:t>
            </a:r>
            <a:r>
              <a:rPr lang="en-IN" sz="1200" dirty="0" err="1"/>
              <a:t>doi</a:t>
            </a:r>
            <a:r>
              <a:rPr lang="en-IN" sz="1200" dirty="0"/>
              <a:t>: 10.3389/fncom.2024.1416494.</a:t>
            </a:r>
          </a:p>
          <a:p>
            <a:r>
              <a:rPr lang="en-IN" sz="1200" dirty="0"/>
              <a:t>F. Wang, Y.-C. Tian, and X. Zhou, "Cross-dataset EEG emotion recognition based on pre-trained Vision Transformer considering emotional sensitivity diversity," </a:t>
            </a:r>
            <a:r>
              <a:rPr lang="en-IN" sz="1200" i="1" dirty="0"/>
              <a:t>Expert Syst. Appl.</a:t>
            </a:r>
            <a:r>
              <a:rPr lang="en-IN" sz="1200" dirty="0"/>
              <a:t>, vol. 279, 2025, </a:t>
            </a:r>
            <a:r>
              <a:rPr lang="en-IN" sz="1200" dirty="0" err="1"/>
              <a:t>doi</a:t>
            </a:r>
            <a:r>
              <a:rPr lang="en-IN" sz="1200" dirty="0"/>
              <a:t>: 10.1016/j.eswa.2025.9704.</a:t>
            </a:r>
          </a:p>
          <a:p>
            <a:r>
              <a:rPr lang="en-IN" sz="1300" dirty="0"/>
              <a:t>X. Wu et al., "Multi-source domain adaptation for EEG emotion recognition based on inter-domain sample hybridization (SH-MDA)," </a:t>
            </a:r>
            <a:r>
              <a:rPr lang="en-IN" sz="1300" i="1" dirty="0"/>
              <a:t>Front. Hum. </a:t>
            </a:r>
            <a:r>
              <a:rPr lang="en-IN" sz="1300" i="1" dirty="0" err="1"/>
              <a:t>Neurosci</a:t>
            </a:r>
            <a:r>
              <a:rPr lang="en-IN" sz="1300" i="1" dirty="0"/>
              <a:t>.</a:t>
            </a:r>
            <a:r>
              <a:rPr lang="en-IN" sz="1300" dirty="0"/>
              <a:t>, vol. 18, p. 1464431, 2024, </a:t>
            </a:r>
            <a:r>
              <a:rPr lang="en-IN" sz="1300" dirty="0" err="1"/>
              <a:t>doi</a:t>
            </a:r>
            <a:r>
              <a:rPr lang="en-IN" sz="1300" dirty="0"/>
              <a:t>: 10.3389/fnhum.2024.1464431</a:t>
            </a:r>
          </a:p>
          <a:p>
            <a:endParaRPr lang="en-IN" sz="1200" dirty="0"/>
          </a:p>
          <a:p>
            <a:endParaRPr lang="en-IN" sz="1200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676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 Emotion Recognition using EEG Signals</vt:lpstr>
      <vt:lpstr>Outline</vt:lpstr>
      <vt:lpstr>Introduction</vt:lpstr>
      <vt:lpstr>Literature Review</vt:lpstr>
      <vt:lpstr>Literature Review</vt:lpstr>
      <vt:lpstr>Problem Statement</vt:lpstr>
      <vt:lpstr>Objectives</vt:lpstr>
      <vt:lpstr>Proposed Methodology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Tanuj Tyagi</cp:lastModifiedBy>
  <cp:revision>9</cp:revision>
  <dcterms:created xsi:type="dcterms:W3CDTF">2025-09-29T05:03:41Z</dcterms:created>
  <dcterms:modified xsi:type="dcterms:W3CDTF">2026-02-15T16:16:43Z</dcterms:modified>
</cp:coreProperties>
</file>